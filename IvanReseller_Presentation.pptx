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IVAN RESELLER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Autónoma de Dropshipping con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hace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Detecta tendencias reales mediante Google Trends / SerpAPI.</a:t>
            </a:r>
          </a:p>
          <a:p>
            <a:r>
              <a:t>Busca productos viables en AliExpress vía Affiliate API o scraping avanzado.</a:t>
            </a:r>
          </a:p>
          <a:p>
            <a:r>
              <a:t>Calcula precios óptimos considerando costos, impuestos y comisiones.</a:t>
            </a:r>
          </a:p>
          <a:p>
            <a:r>
              <a:t>Publica automáticamente en eBay, MercadoLibre y Amazon.</a:t>
            </a:r>
          </a:p>
          <a:p>
            <a:r>
              <a:t>Compra automáticamente al proveedor cuando ocurre una venta.</a:t>
            </a:r>
          </a:p>
          <a:p>
            <a:r>
              <a:t>Envía seguimiento al cliente final.</a:t>
            </a:r>
          </a:p>
          <a:p>
            <a:r>
              <a:t>Optimiza precios dinámicamente.</a:t>
            </a:r>
          </a:p>
          <a:p>
            <a:r>
              <a:t>Aprende qué productos y categorías convierten mejor.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Capacidad Operativa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Hasta 100 órdenes/día por cuenta</a:t>
            </a:r>
          </a:p>
          <a:p>
            <a:r>
              <a:t>Escalable por clusters</a:t>
            </a:r>
          </a:p>
          <a:p>
            <a:r>
              <a:t>24/7 automático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Proyección Mensual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Conservador: USD 4.800</a:t>
            </a:r>
          </a:p>
          <a:p>
            <a:r>
              <a:t>Medio: USD 15.000</a:t>
            </a:r>
          </a:p>
          <a:p>
            <a:r>
              <a:t>Alto: USD 36.000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Plataforma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10% de comisión por usuario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del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USD 150.000 – USD 500.000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